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261C9-63B8-4F7B-B825-2AFCA7FB80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F93A90-AD6E-4042-BF87-775D8A61C5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AEF801-9557-40B5-BE99-065C2FFE77B4}"/>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06161FCE-3FBA-4184-BDDF-7959AD282E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D6A4B7-EF55-43AF-8E3A-B3B1DD2576E8}"/>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241510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499A0-5215-4134-B9EA-376CFEF8CD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4015C7-003B-418A-898A-6CE0D42C43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770CA-7A90-49D7-BDE6-D1CE4BDBF852}"/>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3E36573C-AFAC-42EF-BBF6-E95BA0CD07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8191A-3D1D-46BF-92B5-B103E4153760}"/>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605501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A06B-29FD-4D25-8D33-7B31A87FB6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DE38E5-3FA1-4C32-9D5E-2E2BB6C398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82B407-548D-4E33-B9BD-7EC7BDA53800}"/>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0DF5443D-7F61-45AF-8737-433333AB4C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0EB950-B0C5-40D8-9545-9B916FBCE1CB}"/>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1724067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4E55-DEF5-4E83-A44D-0A2819D75C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3C3752-0EA3-4B69-9F43-FF7BB5F40E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5B370C-1FB9-44E9-B19A-4B6DFEF8E2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2F1B5D-C4B2-45C9-870F-F691D498F0BA}"/>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6" name="Footer Placeholder 5">
            <a:extLst>
              <a:ext uri="{FF2B5EF4-FFF2-40B4-BE49-F238E27FC236}">
                <a16:creationId xmlns:a16="http://schemas.microsoft.com/office/drawing/2014/main" id="{7ED8E0DC-5CEE-4A18-836B-0CC23C2E2F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7A6814-9532-4006-8D95-5EFABBC4BA26}"/>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2719916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0679-A081-4EE6-A1EF-2D198A5E6A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E57219-F402-4FB6-A109-D09C4DB81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E1BBA0-9179-4DCC-A389-E3C8EB01F7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174242-8863-4D96-A4F7-0620E6417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D59E4-6459-4058-9475-EE0ABB83FE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BCBB37-309E-43C0-8A37-DCE614C34857}"/>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8" name="Footer Placeholder 7">
            <a:extLst>
              <a:ext uri="{FF2B5EF4-FFF2-40B4-BE49-F238E27FC236}">
                <a16:creationId xmlns:a16="http://schemas.microsoft.com/office/drawing/2014/main" id="{73E0A2FF-BCA5-44FA-ADBC-05E9EDB6D5B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7FF83F-FE4E-450F-BE9C-645D1F260D9B}"/>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2221836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50FB9-6369-4C1C-9FE9-3A56B1DCF1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312628-02E9-4331-A4D7-782063FED468}"/>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4" name="Footer Placeholder 3">
            <a:extLst>
              <a:ext uri="{FF2B5EF4-FFF2-40B4-BE49-F238E27FC236}">
                <a16:creationId xmlns:a16="http://schemas.microsoft.com/office/drawing/2014/main" id="{3646B218-1833-48BD-A0F0-4927F03A6D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0371EC-B8BF-4589-BF85-1068DDF0C3D7}"/>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3290550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4C1D05-A865-45E0-A425-E1B99E8625CB}"/>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3" name="Footer Placeholder 2">
            <a:extLst>
              <a:ext uri="{FF2B5EF4-FFF2-40B4-BE49-F238E27FC236}">
                <a16:creationId xmlns:a16="http://schemas.microsoft.com/office/drawing/2014/main" id="{3E921752-DDC1-4389-AECA-8792A02C91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2D4A1B-261E-4B7C-8676-21F34B2A4641}"/>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581762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F37E-2795-4642-B66D-C6F2210E17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24B57A-8A25-45A7-ACC8-18351487EF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3EE544-30D8-4E26-9B4B-B113BBAE2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AEEA2-1C63-4E35-8F95-5AF9E284E76C}"/>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6" name="Footer Placeholder 5">
            <a:extLst>
              <a:ext uri="{FF2B5EF4-FFF2-40B4-BE49-F238E27FC236}">
                <a16:creationId xmlns:a16="http://schemas.microsoft.com/office/drawing/2014/main" id="{8A4F9392-918B-4FE5-8D15-17D208F003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A13686-54E0-42EA-BD5C-F2D01D73DBAB}"/>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306320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C2198-5A01-4A00-8364-76E055F623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BFAF24-71F0-4222-B00C-B8B5BFDB0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370B49-D822-48EF-B0DD-CE839D740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C9E298-5E33-471B-9B58-A72354A271A2}"/>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6" name="Footer Placeholder 5">
            <a:extLst>
              <a:ext uri="{FF2B5EF4-FFF2-40B4-BE49-F238E27FC236}">
                <a16:creationId xmlns:a16="http://schemas.microsoft.com/office/drawing/2014/main" id="{08428CE9-D223-44EA-8304-CB9A67942F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6D8CB2-4DFC-44FF-92F8-733B26497294}"/>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1167577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E4D3-7EAA-4394-B7C6-99FFADE745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A3BF7C-BAC9-41A4-888B-000963C633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0EB759-7569-4306-B258-7802013917E9}"/>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BF7EE016-EE81-4039-8D6E-0D2B4ABB8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115F5C-3E07-43A3-8B93-BE4FF99B5A74}"/>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3178967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37B89C-3B4E-449A-AAAC-088E0D1D2E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9B971F-F480-41EC-BBDD-656C2034EB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1BE9A1-8D46-4BC9-A494-54FF5C990DB4}"/>
              </a:ext>
            </a:extLst>
          </p:cNvPr>
          <p:cNvSpPr>
            <a:spLocks noGrp="1"/>
          </p:cNvSpPr>
          <p:nvPr>
            <p:ph type="dt" sz="half" idx="10"/>
          </p:nvPr>
        </p:nvSpPr>
        <p:spPr/>
        <p:txBody>
          <a:body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976366AD-0053-49F4-A4E2-7FCC852080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8659B-B6DE-49AC-8148-AEEF11B28AEE}"/>
              </a:ext>
            </a:extLst>
          </p:cNvPr>
          <p:cNvSpPr>
            <a:spLocks noGrp="1"/>
          </p:cNvSpPr>
          <p:nvPr>
            <p:ph type="sldNum" sz="quarter" idx="12"/>
          </p:nvPr>
        </p:nvSpPr>
        <p:spPr/>
        <p:txBody>
          <a:bodyPr/>
          <a:lstStyle/>
          <a:p>
            <a:fld id="{B975EFCC-06F5-4540-88E1-D40EC59C3F94}" type="slidenum">
              <a:rPr lang="en-IN" smtClean="0"/>
              <a:t>‹#›</a:t>
            </a:fld>
            <a:endParaRPr lang="en-IN"/>
          </a:p>
        </p:txBody>
      </p:sp>
    </p:spTree>
    <p:extLst>
      <p:ext uri="{BB962C8B-B14F-4D97-AF65-F5344CB8AC3E}">
        <p14:creationId xmlns:p14="http://schemas.microsoft.com/office/powerpoint/2010/main" val="1071790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B304C4-F45E-4B7B-88DA-986DDF1508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13E8F7-166E-4F1B-93C9-D2962759D5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80A111-EFEA-4F59-AF2C-9AF6CDB3A5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D6CFB9-C59D-42A1-B1E7-5B43B7F98987}" type="datetimeFigureOut">
              <a:rPr lang="en-IN" smtClean="0"/>
              <a:t>23-03-2019</a:t>
            </a:fld>
            <a:endParaRPr lang="en-IN"/>
          </a:p>
        </p:txBody>
      </p:sp>
      <p:sp>
        <p:nvSpPr>
          <p:cNvPr id="5" name="Footer Placeholder 4">
            <a:extLst>
              <a:ext uri="{FF2B5EF4-FFF2-40B4-BE49-F238E27FC236}">
                <a16:creationId xmlns:a16="http://schemas.microsoft.com/office/drawing/2014/main" id="{2447D03A-4DEA-47E4-9DDE-358DBAB435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FEB9FC2-3DE0-4ACF-A9E3-D6C40C8C16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5EFCC-06F5-4540-88E1-D40EC59C3F94}" type="slidenum">
              <a:rPr lang="en-IN" smtClean="0"/>
              <a:t>‹#›</a:t>
            </a:fld>
            <a:endParaRPr lang="en-IN"/>
          </a:p>
        </p:txBody>
      </p:sp>
    </p:spTree>
    <p:extLst>
      <p:ext uri="{BB962C8B-B14F-4D97-AF65-F5344CB8AC3E}">
        <p14:creationId xmlns:p14="http://schemas.microsoft.com/office/powerpoint/2010/main" val="1601689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6E445-EE46-4B1C-8321-B678FDBD18CB}"/>
              </a:ext>
            </a:extLst>
          </p:cNvPr>
          <p:cNvSpPr>
            <a:spLocks noGrp="1"/>
          </p:cNvSpPr>
          <p:nvPr>
            <p:ph type="ctrTitle"/>
          </p:nvPr>
        </p:nvSpPr>
        <p:spPr/>
        <p:txBody>
          <a:bodyPr/>
          <a:lstStyle/>
          <a:p>
            <a:r>
              <a:rPr lang="en-IN" dirty="0"/>
              <a:t>Auto Pilot And Imitation</a:t>
            </a:r>
            <a:br>
              <a:rPr lang="en-IN" dirty="0"/>
            </a:br>
            <a:r>
              <a:rPr lang="en-IN" dirty="0"/>
              <a:t>Learning</a:t>
            </a:r>
          </a:p>
        </p:txBody>
      </p:sp>
      <p:sp>
        <p:nvSpPr>
          <p:cNvPr id="3" name="Subtitle 2">
            <a:extLst>
              <a:ext uri="{FF2B5EF4-FFF2-40B4-BE49-F238E27FC236}">
                <a16:creationId xmlns:a16="http://schemas.microsoft.com/office/drawing/2014/main" id="{8F6EF74C-750F-402D-9916-6228B5F348A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19223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02B60-FD09-4525-98F7-1169DEDD3E11}"/>
              </a:ext>
            </a:extLst>
          </p:cNvPr>
          <p:cNvSpPr>
            <a:spLocks noGrp="1"/>
          </p:cNvSpPr>
          <p:nvPr>
            <p:ph type="title"/>
          </p:nvPr>
        </p:nvSpPr>
        <p:spPr/>
        <p:txBody>
          <a:bodyPr/>
          <a:lstStyle/>
          <a:p>
            <a:r>
              <a:rPr lang="en-IN" dirty="0"/>
              <a:t>Detecting Unusual Activity:-</a:t>
            </a:r>
          </a:p>
        </p:txBody>
      </p:sp>
      <p:sp>
        <p:nvSpPr>
          <p:cNvPr id="3" name="Content Placeholder 2">
            <a:extLst>
              <a:ext uri="{FF2B5EF4-FFF2-40B4-BE49-F238E27FC236}">
                <a16:creationId xmlns:a16="http://schemas.microsoft.com/office/drawing/2014/main" id="{BE143046-DB94-4B7C-A54A-4645622B736A}"/>
              </a:ext>
            </a:extLst>
          </p:cNvPr>
          <p:cNvSpPr>
            <a:spLocks noGrp="1"/>
          </p:cNvSpPr>
          <p:nvPr>
            <p:ph idx="1"/>
          </p:nvPr>
        </p:nvSpPr>
        <p:spPr/>
        <p:txBody>
          <a:bodyPr/>
          <a:lstStyle/>
          <a:p>
            <a:r>
              <a:rPr lang="en-IN" dirty="0"/>
              <a:t>Flow of the project:-</a:t>
            </a:r>
          </a:p>
          <a:p>
            <a:r>
              <a:rPr lang="en-IN" dirty="0"/>
              <a:t>1) Using the aerial Violent Individual dataset/ Data Collection:- After capturing a few samples / frames from the dataset using the multiple screen shot module of python, these frames are converted into pixel values. These are displayed on the screen and the user enters the key detecting the type of unusual activity. This is stored as a label for the given converted image and the label along with the pixel intensity values constitute our dataset.</a:t>
            </a:r>
          </a:p>
        </p:txBody>
      </p:sp>
    </p:spTree>
    <p:extLst>
      <p:ext uri="{BB962C8B-B14F-4D97-AF65-F5344CB8AC3E}">
        <p14:creationId xmlns:p14="http://schemas.microsoft.com/office/powerpoint/2010/main" val="208752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3C6D1-5CC5-4084-81A8-5863484C82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8E8400-5AE1-4EB3-BB96-19F6C8E76C50}"/>
              </a:ext>
            </a:extLst>
          </p:cNvPr>
          <p:cNvSpPr>
            <a:spLocks noGrp="1"/>
          </p:cNvSpPr>
          <p:nvPr>
            <p:ph idx="1"/>
          </p:nvPr>
        </p:nvSpPr>
        <p:spPr/>
        <p:txBody>
          <a:bodyPr>
            <a:normAutofit lnSpcReduction="10000"/>
          </a:bodyPr>
          <a:lstStyle/>
          <a:p>
            <a:r>
              <a:rPr lang="en-IN" dirty="0"/>
              <a:t>2) Human Recognition From the Image </a:t>
            </a:r>
          </a:p>
          <a:p>
            <a:r>
              <a:rPr lang="en-IN" dirty="0"/>
              <a:t>Feature pyramid networks are used for the detection of humans. An image is </a:t>
            </a:r>
            <a:r>
              <a:rPr lang="en-IN" dirty="0" err="1"/>
              <a:t>inputed</a:t>
            </a:r>
            <a:r>
              <a:rPr lang="en-IN" dirty="0"/>
              <a:t> to the algorithm and feature pyramid networks use a number of layers for detection.</a:t>
            </a:r>
          </a:p>
          <a:p>
            <a:r>
              <a:rPr lang="en-IN" dirty="0"/>
              <a:t>2 stage detection process</a:t>
            </a:r>
          </a:p>
          <a:p>
            <a:r>
              <a:rPr lang="en-IN" dirty="0"/>
              <a:t>In 1</a:t>
            </a:r>
            <a:r>
              <a:rPr lang="en-IN" baseline="30000" dirty="0"/>
              <a:t>st</a:t>
            </a:r>
            <a:r>
              <a:rPr lang="en-IN" dirty="0"/>
              <a:t> stage , every spatial coordinate is reduced by 2 depending on the no of layers used.(bottom up process)</a:t>
            </a:r>
          </a:p>
          <a:p>
            <a:r>
              <a:rPr lang="en-IN" dirty="0"/>
              <a:t>In 2</a:t>
            </a:r>
            <a:r>
              <a:rPr lang="en-IN" baseline="30000" dirty="0"/>
              <a:t>nd</a:t>
            </a:r>
            <a:r>
              <a:rPr lang="en-IN" dirty="0"/>
              <a:t> stage , every spatial coordinate is multiplied by 2 and each layer predicts an outcome based on previous layer and the layer corresponding to bottom up process.</a:t>
            </a:r>
          </a:p>
        </p:txBody>
      </p:sp>
    </p:spTree>
    <p:extLst>
      <p:ext uri="{BB962C8B-B14F-4D97-AF65-F5344CB8AC3E}">
        <p14:creationId xmlns:p14="http://schemas.microsoft.com/office/powerpoint/2010/main" val="57202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44E84-E0D5-453F-BC37-036B7DD39DA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201F3F5-62F0-4EED-9E80-12A01FCE1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59798"/>
            <a:ext cx="10631750" cy="6090081"/>
          </a:xfrm>
        </p:spPr>
      </p:pic>
    </p:spTree>
    <p:extLst>
      <p:ext uri="{BB962C8B-B14F-4D97-AF65-F5344CB8AC3E}">
        <p14:creationId xmlns:p14="http://schemas.microsoft.com/office/powerpoint/2010/main" val="3185549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0F1F9-6EF9-4154-BF46-371BDAE9CA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35580A-8AB3-4125-B558-D2E2CE0A42DA}"/>
              </a:ext>
            </a:extLst>
          </p:cNvPr>
          <p:cNvSpPr>
            <a:spLocks noGrp="1"/>
          </p:cNvSpPr>
          <p:nvPr>
            <p:ph idx="1"/>
          </p:nvPr>
        </p:nvSpPr>
        <p:spPr/>
        <p:txBody>
          <a:bodyPr/>
          <a:lstStyle/>
          <a:p>
            <a:r>
              <a:rPr lang="en-IN" dirty="0"/>
              <a:t>3) Detecting the Pose of the human using </a:t>
            </a:r>
            <a:r>
              <a:rPr lang="en-IN" dirty="0" err="1"/>
              <a:t>ScatterNet</a:t>
            </a:r>
            <a:r>
              <a:rPr lang="en-IN" dirty="0"/>
              <a:t> Hybrid Deep Learning:-</a:t>
            </a:r>
          </a:p>
          <a:p>
            <a:r>
              <a:rPr lang="en-IN" dirty="0"/>
              <a:t>SHDL networks automatically identify features in the dataset like the angle between the hands let’s say in case of unusual activity detection and then applies an unsupervised learning algorithm i.e. Principal Component Analysis to learn more  hierarchical features from the training set. This is done in scatter net front end</a:t>
            </a:r>
          </a:p>
          <a:p>
            <a:r>
              <a:rPr lang="en-IN" dirty="0"/>
              <a:t>These features are used in the hierarchical backend by the regression module for classification purposes.</a:t>
            </a:r>
          </a:p>
          <a:p>
            <a:endParaRPr lang="en-IN" dirty="0"/>
          </a:p>
        </p:txBody>
      </p:sp>
    </p:spTree>
    <p:extLst>
      <p:ext uri="{BB962C8B-B14F-4D97-AF65-F5344CB8AC3E}">
        <p14:creationId xmlns:p14="http://schemas.microsoft.com/office/powerpoint/2010/main" val="978702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EA35-1D1D-4BCB-97C1-29A6CF2E155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B0AB2A0-8802-41A1-B9F5-2699A31A3C7E}"/>
              </a:ext>
            </a:extLst>
          </p:cNvPr>
          <p:cNvPicPr>
            <a:picLocks noGrp="1" noChangeAspect="1"/>
          </p:cNvPicPr>
          <p:nvPr>
            <p:ph idx="1"/>
          </p:nvPr>
        </p:nvPicPr>
        <p:blipFill rotWithShape="1">
          <a:blip r:embed="rId2"/>
          <a:srcRect l="9183" t="51626" r="23567" b="17910"/>
          <a:stretch/>
        </p:blipFill>
        <p:spPr>
          <a:xfrm>
            <a:off x="1384918" y="1690689"/>
            <a:ext cx="9099610" cy="4576946"/>
          </a:xfrm>
          <a:prstGeom prst="rect">
            <a:avLst/>
          </a:prstGeom>
        </p:spPr>
      </p:pic>
    </p:spTree>
    <p:extLst>
      <p:ext uri="{BB962C8B-B14F-4D97-AF65-F5344CB8AC3E}">
        <p14:creationId xmlns:p14="http://schemas.microsoft.com/office/powerpoint/2010/main" val="62387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CBACC-CA90-473B-BA05-0BFD69DE003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1B5968E-A838-4562-90A6-81C5AA4FC0AC}"/>
              </a:ext>
            </a:extLst>
          </p:cNvPr>
          <p:cNvSpPr>
            <a:spLocks noGrp="1"/>
          </p:cNvSpPr>
          <p:nvPr>
            <p:ph idx="1"/>
          </p:nvPr>
        </p:nvSpPr>
        <p:spPr/>
        <p:txBody>
          <a:bodyPr>
            <a:normAutofit lnSpcReduction="10000"/>
          </a:bodyPr>
          <a:lstStyle/>
          <a:p>
            <a:r>
              <a:rPr lang="en-IN" dirty="0"/>
              <a:t>The overlaid points were used to identify whether the human is involved in unusual activity or not through the backend logistic regression classification algorithm.</a:t>
            </a:r>
          </a:p>
          <a:p>
            <a:r>
              <a:rPr lang="en-IN" dirty="0"/>
              <a:t>The code for featured pyramid networks and SHDL network is written with the help of tensor flow and </a:t>
            </a:r>
            <a:r>
              <a:rPr lang="en-IN" dirty="0" err="1"/>
              <a:t>keras</a:t>
            </a:r>
            <a:r>
              <a:rPr lang="en-IN" dirty="0"/>
              <a:t> libraries in python</a:t>
            </a:r>
          </a:p>
          <a:p>
            <a:r>
              <a:rPr lang="en-IN" dirty="0"/>
              <a:t>The usual train test split procedure was applied for training the dataset i.e. around 75% of data was training data and rest was regard as test data. The model was fit into the training data and accuracy was calculated based on the predictions in the test data.</a:t>
            </a:r>
          </a:p>
          <a:p>
            <a:r>
              <a:rPr lang="en-IN" dirty="0"/>
              <a:t>Classification Accuracy of 80 to 85% was obtained implying the algorithm was doing well on both test and train data</a:t>
            </a:r>
          </a:p>
          <a:p>
            <a:endParaRPr lang="en-IN" dirty="0"/>
          </a:p>
        </p:txBody>
      </p:sp>
    </p:spTree>
    <p:extLst>
      <p:ext uri="{BB962C8B-B14F-4D97-AF65-F5344CB8AC3E}">
        <p14:creationId xmlns:p14="http://schemas.microsoft.com/office/powerpoint/2010/main" val="3489745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6C0AF-BEBF-44A3-B04B-9FBA30104EC2}"/>
              </a:ext>
            </a:extLst>
          </p:cNvPr>
          <p:cNvSpPr>
            <a:spLocks noGrp="1"/>
          </p:cNvSpPr>
          <p:nvPr>
            <p:ph type="title"/>
          </p:nvPr>
        </p:nvSpPr>
        <p:spPr/>
        <p:txBody>
          <a:bodyPr/>
          <a:lstStyle/>
          <a:p>
            <a:r>
              <a:rPr lang="en-IN" dirty="0"/>
              <a:t>	Simulations in Udacity Self Drive Car 						Software</a:t>
            </a:r>
          </a:p>
        </p:txBody>
      </p:sp>
      <p:pic>
        <p:nvPicPr>
          <p:cNvPr id="5" name="Content Placeholder 4">
            <a:extLst>
              <a:ext uri="{FF2B5EF4-FFF2-40B4-BE49-F238E27FC236}">
                <a16:creationId xmlns:a16="http://schemas.microsoft.com/office/drawing/2014/main" id="{495E8AAF-24CB-4934-8286-F5788401859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81" t="34961" r="317" b="22399"/>
          <a:stretch/>
        </p:blipFill>
        <p:spPr>
          <a:xfrm>
            <a:off x="1358284" y="1597981"/>
            <a:ext cx="8948692" cy="4894894"/>
          </a:xfrm>
        </p:spPr>
      </p:pic>
    </p:spTree>
    <p:extLst>
      <p:ext uri="{BB962C8B-B14F-4D97-AF65-F5344CB8AC3E}">
        <p14:creationId xmlns:p14="http://schemas.microsoft.com/office/powerpoint/2010/main" val="1172807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1AA8-BDAB-4F30-B8AF-4CF2F9DC73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5126F5-1C10-4510-B7F0-488692351B9E}"/>
              </a:ext>
            </a:extLst>
          </p:cNvPr>
          <p:cNvSpPr>
            <a:spLocks noGrp="1"/>
          </p:cNvSpPr>
          <p:nvPr>
            <p:ph idx="1"/>
          </p:nvPr>
        </p:nvSpPr>
        <p:spPr/>
        <p:txBody>
          <a:bodyPr>
            <a:normAutofit/>
          </a:bodyPr>
          <a:lstStyle/>
          <a:p>
            <a:pPr lvl="2"/>
            <a:endParaRPr lang="en-IN" sz="5800" dirty="0"/>
          </a:p>
          <a:p>
            <a:pPr marL="1828800" lvl="4" indent="0">
              <a:buNone/>
            </a:pPr>
            <a:r>
              <a:rPr lang="en-IN" sz="9600" dirty="0"/>
              <a:t>Thank You</a:t>
            </a:r>
          </a:p>
        </p:txBody>
      </p:sp>
    </p:spTree>
    <p:extLst>
      <p:ext uri="{BB962C8B-B14F-4D97-AF65-F5344CB8AC3E}">
        <p14:creationId xmlns:p14="http://schemas.microsoft.com/office/powerpoint/2010/main" val="1078601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396</Words>
  <Application>Microsoft Office PowerPoint</Application>
  <PresentationFormat>Widescreen</PresentationFormat>
  <Paragraphs>19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Auto Pilot And Imitation Learning</vt:lpstr>
      <vt:lpstr>Detecting Unusual Activity:-</vt:lpstr>
      <vt:lpstr>PowerPoint Presentation</vt:lpstr>
      <vt:lpstr>PowerPoint Presentation</vt:lpstr>
      <vt:lpstr>PowerPoint Presentation</vt:lpstr>
      <vt:lpstr>PowerPoint Presentation</vt:lpstr>
      <vt:lpstr>PowerPoint Presentation</vt:lpstr>
      <vt:lpstr> Simulations in Udacity Self Drive Car       Software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 Pilot And Imitation Learning</dc:title>
  <dc:creator>Nisarg Shah</dc:creator>
  <cp:lastModifiedBy>Nisarg Shah</cp:lastModifiedBy>
  <cp:revision>7</cp:revision>
  <dcterms:created xsi:type="dcterms:W3CDTF">2019-03-22T20:42:55Z</dcterms:created>
  <dcterms:modified xsi:type="dcterms:W3CDTF">2019-03-22T21:30:44Z</dcterms:modified>
</cp:coreProperties>
</file>